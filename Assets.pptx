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817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0C7087-6F37-4680-AE81-7B1823A50A44}" type="datetimeFigureOut">
              <a:rPr lang="en-IN" smtClean="0"/>
              <a:t>11/04/2026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EB6FBC-C09A-4A9A-870B-C22FE70E7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288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EB6FBC-C09A-4A9A-870B-C22FE70E73A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412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ABB50-FABC-CD0D-8F52-2C83508920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1EBA51-0E4A-D0E7-74F6-FC14B6FC69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7BB05-6B3D-E5D2-E626-FB1EECB88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EABAD-3B26-437E-959B-40FE02297135}" type="datetimeFigureOut">
              <a:rPr lang="en-IN" smtClean="0"/>
              <a:t>11/04/2026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9BD10-74EA-EC5A-8CFD-DC340F9BE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6EAF1-3F7E-21DE-BDBF-B671E12D8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F91D-4220-41EA-9731-3B3C85E4D3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726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C407B-C856-2846-AC10-851580C7D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CF45D-A1B2-15AD-5B3A-05E760DBF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419C4-0DC3-2B36-CA24-E9B0519E6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EABAD-3B26-437E-959B-40FE02297135}" type="datetimeFigureOut">
              <a:rPr lang="en-IN" smtClean="0"/>
              <a:t>11/04/2026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8BCFE-8A97-DDEA-5C52-A25D96A7B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5FEB8-DFA1-CBA3-50B3-EC521918C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F91D-4220-41EA-9731-3B3C85E4D3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413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8310E-4958-D8ED-2D37-7FCCC024E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9705C-A2D0-D3F9-4A75-D48F20A0C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6C791-E263-F3DE-CEF3-D504970EA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EABAD-3B26-437E-959B-40FE02297135}" type="datetimeFigureOut">
              <a:rPr lang="en-IN" smtClean="0"/>
              <a:t>11/04/2026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8A23D-0971-71D9-3581-B68B5CAEA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5B0D5-6193-F941-C526-B22A1D901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F91D-4220-41EA-9731-3B3C85E4D3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803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F2C30-BE66-4659-3AC9-07917F05F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8F424-E818-D6FB-5B14-4DC75A4859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D2097E-F642-CEFE-66C3-19350896B1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8D686-9C82-69A7-0B76-6C99B65BA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EABAD-3B26-437E-959B-40FE02297135}" type="datetimeFigureOut">
              <a:rPr lang="en-IN" smtClean="0"/>
              <a:t>11/04/2026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9410B-A174-6A08-21DF-5A27F0FD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2E368-D72E-07BD-3836-03FB8B573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F91D-4220-41EA-9731-3B3C85E4D3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617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E7E07-B22A-07DA-9025-BDBAC00EB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9F4CC-9DA2-82B9-57FD-E185D924D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8F6FB5-884D-C16F-6489-3001C47F9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D97EA1-AEE7-7199-24D9-F52271C627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0C45AA-9FAC-6739-36EE-95F99C93C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C80B47-D419-21B8-5A42-C0566E687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EABAD-3B26-437E-959B-40FE02297135}" type="datetimeFigureOut">
              <a:rPr lang="en-IN" smtClean="0"/>
              <a:t>11/04/2026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44A2F1-B169-1B4E-3839-B325C13D9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062D8A-7CD7-7DEC-E7A0-98B47F60E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F91D-4220-41EA-9731-3B3C85E4D3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805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4AC79-C7F0-2FB0-E867-D14C79705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1EB5C5-E478-883A-DA0C-51A5E1EF1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EABAD-3B26-437E-959B-40FE02297135}" type="datetimeFigureOut">
              <a:rPr lang="en-IN" smtClean="0"/>
              <a:t>11/04/2026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95AE08-1F74-8765-765F-264204296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B56614-4006-7BA4-EE12-1E1142C06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F91D-4220-41EA-9731-3B3C85E4D3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828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CCDB6D-6709-EC1C-115B-347BA69E6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EABAD-3B26-437E-959B-40FE02297135}" type="datetimeFigureOut">
              <a:rPr lang="en-IN" smtClean="0"/>
              <a:t>11/04/2026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F7C1FA-DA58-BD1D-FA37-240318C2C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21045-6A13-BE4E-1B12-8C45EC390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F91D-4220-41EA-9731-3B3C85E4D3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020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948C6-D0DB-3BC6-4098-9777F413F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D0AF9-FAB9-7B6A-B496-197D60E60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3B3ADC-960C-94F6-C1C7-61E2346AE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60D292-0ED3-7D72-D704-089503C44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EABAD-3B26-437E-959B-40FE02297135}" type="datetimeFigureOut">
              <a:rPr lang="en-IN" smtClean="0"/>
              <a:t>11/04/2026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731635-0BC8-48B4-A0F7-25E363115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64C5E-F47E-8A46-D058-6B441F584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F91D-4220-41EA-9731-3B3C85E4D3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69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42035-E2A6-B70E-4260-454AAECF5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ED9AE3-1CB4-F35C-3F2B-639DA8E1DE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B17907-67B1-E21F-CCFC-2393E80EC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F0AFE6-E6EA-CF00-25C7-9CC59FADD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EABAD-3B26-437E-959B-40FE02297135}" type="datetimeFigureOut">
              <a:rPr lang="en-IN" smtClean="0"/>
              <a:t>11/04/2026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14542E-633F-6B7D-8436-D1A803BD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2B14E4-689C-12A0-E6DF-75711915C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F91D-4220-41EA-9731-3B3C85E4D3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36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A1CB4-5B4B-E174-9816-46E02437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05B51C-6DD6-2FAD-895B-40924988EF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09C38-7791-AAC0-ED3B-83E83F3C3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EABAD-3B26-437E-959B-40FE02297135}" type="datetimeFigureOut">
              <a:rPr lang="en-IN" smtClean="0"/>
              <a:t>11/04/2026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5F7F4-5817-AE2E-139D-F15B2112B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E4018-61C5-F538-F610-A6F94B6F6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F91D-4220-41EA-9731-3B3C85E4D3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854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C0AE05-63A3-4712-D9AD-0B737014CA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BD25D3-A579-9CD4-4EEE-CB99447748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AA07F-6663-C0A4-A6E7-F45F9E25A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EABAD-3B26-437E-959B-40FE02297135}" type="datetimeFigureOut">
              <a:rPr lang="en-IN" smtClean="0"/>
              <a:t>11/04/2026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89DB0-0F99-21E1-FD35-E9AC8A5A6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6B2D4-1D8A-FB23-8033-F6047DCC5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F91D-4220-41EA-9731-3B3C85E4D3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815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73354F-1AEB-3D36-13B9-FA03BCF77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EC43D8-3E93-DCF0-22DC-FB2E900A3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C43CC-48FA-E06F-5847-2F0ED166DA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EABAD-3B26-437E-959B-40FE02297135}" type="datetimeFigureOut">
              <a:rPr lang="en-IN" smtClean="0"/>
              <a:t>11/04/2026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BDB8B-7975-D96D-9D1C-357F02DC56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A5255-28E8-F26C-E9F5-1F47DB3532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2F91D-4220-41EA-9731-3B3C85E4D3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578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78E1FC7-D79A-801F-DA11-57EDD28CC8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930"/>
            </a:avLst>
          </a:prstGeom>
          <a:gradFill flip="none" rotWithShape="1">
            <a:gsLst>
              <a:gs pos="0">
                <a:schemeClr val="accent6">
                  <a:lumMod val="67000"/>
                  <a:alpha val="90000"/>
                </a:schemeClr>
              </a:gs>
              <a:gs pos="48000">
                <a:schemeClr val="accent6">
                  <a:lumMod val="97000"/>
                  <a:lumOff val="3000"/>
                  <a:alpha val="90000"/>
                </a:schemeClr>
              </a:gs>
              <a:gs pos="100000">
                <a:schemeClr val="accent6">
                  <a:lumMod val="60000"/>
                  <a:lumOff val="40000"/>
                  <a:alpha val="9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rapezoid 19">
            <a:extLst>
              <a:ext uri="{FF2B5EF4-FFF2-40B4-BE49-F238E27FC236}">
                <a16:creationId xmlns:a16="http://schemas.microsoft.com/office/drawing/2014/main" id="{7D39F4CA-9F26-D140-41F5-BD6AE62D4A7B}"/>
              </a:ext>
            </a:extLst>
          </p:cNvPr>
          <p:cNvSpPr/>
          <p:nvPr/>
        </p:nvSpPr>
        <p:spPr>
          <a:xfrm>
            <a:off x="10680000" y="1076400"/>
            <a:ext cx="1332000" cy="241200"/>
          </a:xfrm>
          <a:prstGeom prst="trapezoid">
            <a:avLst>
              <a:gd name="adj" fmla="val 48943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rapezoid 18">
            <a:extLst>
              <a:ext uri="{FF2B5EF4-FFF2-40B4-BE49-F238E27FC236}">
                <a16:creationId xmlns:a16="http://schemas.microsoft.com/office/drawing/2014/main" id="{3573B94E-56A7-75CC-9914-3D00BDFE6847}"/>
              </a:ext>
            </a:extLst>
          </p:cNvPr>
          <p:cNvSpPr/>
          <p:nvPr/>
        </p:nvSpPr>
        <p:spPr>
          <a:xfrm>
            <a:off x="9174000" y="1074600"/>
            <a:ext cx="1332000" cy="241200"/>
          </a:xfrm>
          <a:prstGeom prst="trapezoid">
            <a:avLst>
              <a:gd name="adj" fmla="val 48338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4337E57-FA1C-C3FD-673B-C2A2A7B8E2E9}"/>
              </a:ext>
            </a:extLst>
          </p:cNvPr>
          <p:cNvSpPr/>
          <p:nvPr/>
        </p:nvSpPr>
        <p:spPr>
          <a:xfrm>
            <a:off x="180000" y="180000"/>
            <a:ext cx="4860000" cy="720000"/>
          </a:xfrm>
          <a:prstGeom prst="roundRect">
            <a:avLst>
              <a:gd name="adj" fmla="val 7309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51BBDD2-5F0D-8420-3B20-5E141B2BDA81}"/>
              </a:ext>
            </a:extLst>
          </p:cNvPr>
          <p:cNvSpPr/>
          <p:nvPr/>
        </p:nvSpPr>
        <p:spPr>
          <a:xfrm>
            <a:off x="5192400" y="180000"/>
            <a:ext cx="6819600" cy="720000"/>
          </a:xfrm>
          <a:prstGeom prst="roundRect">
            <a:avLst>
              <a:gd name="adj" fmla="val 5972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A069687-6334-2D8B-9896-39D120D1271B}"/>
              </a:ext>
            </a:extLst>
          </p:cNvPr>
          <p:cNvSpPr/>
          <p:nvPr/>
        </p:nvSpPr>
        <p:spPr>
          <a:xfrm>
            <a:off x="180000" y="1080000"/>
            <a:ext cx="1260000" cy="1080000"/>
          </a:xfrm>
          <a:prstGeom prst="roundRect">
            <a:avLst>
              <a:gd name="adj" fmla="val 8646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2E582D-CA12-B8F5-E4BB-FE0248FEE6DF}"/>
              </a:ext>
            </a:extLst>
          </p:cNvPr>
          <p:cNvSpPr/>
          <p:nvPr/>
        </p:nvSpPr>
        <p:spPr>
          <a:xfrm>
            <a:off x="180000" y="2340000"/>
            <a:ext cx="1260000" cy="3240000"/>
          </a:xfrm>
          <a:prstGeom prst="roundRect">
            <a:avLst>
              <a:gd name="adj" fmla="val 8646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21B1BB3-8117-6E89-EBCD-EF6C49610044}"/>
              </a:ext>
            </a:extLst>
          </p:cNvPr>
          <p:cNvSpPr/>
          <p:nvPr/>
        </p:nvSpPr>
        <p:spPr>
          <a:xfrm>
            <a:off x="180000" y="5760000"/>
            <a:ext cx="1260000" cy="90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E5B48A0-DE7D-42D8-1C63-A1133B6464BB}"/>
              </a:ext>
            </a:extLst>
          </p:cNvPr>
          <p:cNvSpPr/>
          <p:nvPr/>
        </p:nvSpPr>
        <p:spPr>
          <a:xfrm>
            <a:off x="1620000" y="1080000"/>
            <a:ext cx="2340000" cy="720000"/>
          </a:xfrm>
          <a:prstGeom prst="roundRect">
            <a:avLst>
              <a:gd name="adj" fmla="val 8646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39798C7-A839-E707-0D9F-11804DB7BAF0}"/>
              </a:ext>
            </a:extLst>
          </p:cNvPr>
          <p:cNvSpPr/>
          <p:nvPr/>
        </p:nvSpPr>
        <p:spPr>
          <a:xfrm>
            <a:off x="4140000" y="1080000"/>
            <a:ext cx="2340000" cy="720000"/>
          </a:xfrm>
          <a:prstGeom prst="roundRect">
            <a:avLst>
              <a:gd name="adj" fmla="val 8646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2F17114-EAFE-19BF-BCC0-9F417BBFF387}"/>
              </a:ext>
            </a:extLst>
          </p:cNvPr>
          <p:cNvSpPr/>
          <p:nvPr/>
        </p:nvSpPr>
        <p:spPr>
          <a:xfrm>
            <a:off x="6660000" y="1080000"/>
            <a:ext cx="2340000" cy="720000"/>
          </a:xfrm>
          <a:prstGeom prst="roundRect">
            <a:avLst>
              <a:gd name="adj" fmla="val 8646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3C441AA-A788-E83B-1449-E195C5E92D39}"/>
              </a:ext>
            </a:extLst>
          </p:cNvPr>
          <p:cNvSpPr/>
          <p:nvPr/>
        </p:nvSpPr>
        <p:spPr>
          <a:xfrm>
            <a:off x="1620000" y="1980000"/>
            <a:ext cx="3240000" cy="2340000"/>
          </a:xfrm>
          <a:prstGeom prst="roundRect">
            <a:avLst>
              <a:gd name="adj" fmla="val 2887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7CBA259-77A8-6933-8C3F-C0A80E2F3761}"/>
              </a:ext>
            </a:extLst>
          </p:cNvPr>
          <p:cNvSpPr/>
          <p:nvPr/>
        </p:nvSpPr>
        <p:spPr>
          <a:xfrm>
            <a:off x="5040000" y="1980000"/>
            <a:ext cx="2160000" cy="2340000"/>
          </a:xfrm>
          <a:prstGeom prst="roundRect">
            <a:avLst>
              <a:gd name="adj" fmla="val 2887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B36C2A1-E494-32C8-39B0-6D05556465DE}"/>
              </a:ext>
            </a:extLst>
          </p:cNvPr>
          <p:cNvSpPr/>
          <p:nvPr/>
        </p:nvSpPr>
        <p:spPr>
          <a:xfrm>
            <a:off x="7380000" y="1980000"/>
            <a:ext cx="1620000" cy="2340000"/>
          </a:xfrm>
          <a:prstGeom prst="roundRect">
            <a:avLst>
              <a:gd name="adj" fmla="val 2887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87D51C6-ED20-63F6-D5F9-80E94515CC9C}"/>
              </a:ext>
            </a:extLst>
          </p:cNvPr>
          <p:cNvSpPr/>
          <p:nvPr/>
        </p:nvSpPr>
        <p:spPr>
          <a:xfrm>
            <a:off x="7380000" y="4484690"/>
            <a:ext cx="1620000" cy="2178000"/>
          </a:xfrm>
          <a:prstGeom prst="roundRect">
            <a:avLst>
              <a:gd name="adj" fmla="val 2887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675D0A7-C00E-D179-06A3-8822C5ABAB18}"/>
              </a:ext>
            </a:extLst>
          </p:cNvPr>
          <p:cNvSpPr/>
          <p:nvPr/>
        </p:nvSpPr>
        <p:spPr>
          <a:xfrm>
            <a:off x="1620000" y="4500000"/>
            <a:ext cx="5580000" cy="2178000"/>
          </a:xfrm>
          <a:prstGeom prst="roundRect">
            <a:avLst>
              <a:gd name="adj" fmla="val 2887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lowchart: Off-page Connector 16">
            <a:extLst>
              <a:ext uri="{FF2B5EF4-FFF2-40B4-BE49-F238E27FC236}">
                <a16:creationId xmlns:a16="http://schemas.microsoft.com/office/drawing/2014/main" id="{F53C2C73-81B5-CDC4-B5D8-59E0EC471201}"/>
              </a:ext>
            </a:extLst>
          </p:cNvPr>
          <p:cNvSpPr/>
          <p:nvPr/>
        </p:nvSpPr>
        <p:spPr>
          <a:xfrm>
            <a:off x="9300000" y="1076400"/>
            <a:ext cx="1080000" cy="1800000"/>
          </a:xfrm>
          <a:prstGeom prst="flowChartOffpageConnector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Flowchart: Off-page Connector 17">
            <a:extLst>
              <a:ext uri="{FF2B5EF4-FFF2-40B4-BE49-F238E27FC236}">
                <a16:creationId xmlns:a16="http://schemas.microsoft.com/office/drawing/2014/main" id="{724BA62D-C91B-8F50-86E3-AFBAF777AC05}"/>
              </a:ext>
            </a:extLst>
          </p:cNvPr>
          <p:cNvSpPr/>
          <p:nvPr/>
        </p:nvSpPr>
        <p:spPr>
          <a:xfrm>
            <a:off x="10806000" y="1078200"/>
            <a:ext cx="1080000" cy="1800000"/>
          </a:xfrm>
          <a:prstGeom prst="flowChartOffpageConnector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996783B-F00C-5588-AC3F-7ADB8DDD97C7}"/>
              </a:ext>
            </a:extLst>
          </p:cNvPr>
          <p:cNvSpPr/>
          <p:nvPr/>
        </p:nvSpPr>
        <p:spPr>
          <a:xfrm>
            <a:off x="9180000" y="3099335"/>
            <a:ext cx="2832000" cy="3560665"/>
          </a:xfrm>
          <a:prstGeom prst="roundRect">
            <a:avLst>
              <a:gd name="adj" fmla="val 2887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Flowchart: Off-page Connector 21">
            <a:extLst>
              <a:ext uri="{FF2B5EF4-FFF2-40B4-BE49-F238E27FC236}">
                <a16:creationId xmlns:a16="http://schemas.microsoft.com/office/drawing/2014/main" id="{9AA04B33-6572-9026-8041-6101861CC93D}"/>
              </a:ext>
            </a:extLst>
          </p:cNvPr>
          <p:cNvSpPr/>
          <p:nvPr/>
        </p:nvSpPr>
        <p:spPr>
          <a:xfrm>
            <a:off x="9471600" y="1273199"/>
            <a:ext cx="747600" cy="1452935"/>
          </a:xfrm>
          <a:prstGeom prst="flowChartOffpageConnector">
            <a:avLst/>
          </a:prstGeom>
          <a:noFill/>
          <a:ln w="190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Flowchart: Off-page Connector 22">
            <a:extLst>
              <a:ext uri="{FF2B5EF4-FFF2-40B4-BE49-F238E27FC236}">
                <a16:creationId xmlns:a16="http://schemas.microsoft.com/office/drawing/2014/main" id="{F45D8C6B-4DB3-4BFA-9442-7FA750A62D79}"/>
              </a:ext>
            </a:extLst>
          </p:cNvPr>
          <p:cNvSpPr/>
          <p:nvPr/>
        </p:nvSpPr>
        <p:spPr>
          <a:xfrm>
            <a:off x="10953600" y="1273200"/>
            <a:ext cx="747600" cy="1452935"/>
          </a:xfrm>
          <a:prstGeom prst="flowChartOffpageConnector">
            <a:avLst/>
          </a:prstGeom>
          <a:noFill/>
          <a:ln w="190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ADD675F-178E-6C0B-DFDB-8C19C2ED96BE}"/>
              </a:ext>
            </a:extLst>
          </p:cNvPr>
          <p:cNvCxnSpPr>
            <a:cxnSpLocks/>
          </p:cNvCxnSpPr>
          <p:nvPr/>
        </p:nvCxnSpPr>
        <p:spPr>
          <a:xfrm>
            <a:off x="1789200" y="2340000"/>
            <a:ext cx="2844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577D80E-9107-77A5-FCEC-C72E9E44051C}"/>
              </a:ext>
            </a:extLst>
          </p:cNvPr>
          <p:cNvCxnSpPr>
            <a:cxnSpLocks/>
          </p:cNvCxnSpPr>
          <p:nvPr/>
        </p:nvCxnSpPr>
        <p:spPr>
          <a:xfrm>
            <a:off x="5238000" y="2349082"/>
            <a:ext cx="1800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C9EFC05-1B3E-329A-99E2-4DC613FC70B8}"/>
              </a:ext>
            </a:extLst>
          </p:cNvPr>
          <p:cNvCxnSpPr>
            <a:cxnSpLocks/>
          </p:cNvCxnSpPr>
          <p:nvPr/>
        </p:nvCxnSpPr>
        <p:spPr>
          <a:xfrm>
            <a:off x="7536000" y="2338914"/>
            <a:ext cx="1296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F2C3581-C5DA-6878-4676-55EC2C0D7CE8}"/>
              </a:ext>
            </a:extLst>
          </p:cNvPr>
          <p:cNvCxnSpPr>
            <a:cxnSpLocks/>
          </p:cNvCxnSpPr>
          <p:nvPr/>
        </p:nvCxnSpPr>
        <p:spPr>
          <a:xfrm>
            <a:off x="1789200" y="4860000"/>
            <a:ext cx="5184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0452F42-9FD0-CFD2-993A-17CF016F9F00}"/>
              </a:ext>
            </a:extLst>
          </p:cNvPr>
          <p:cNvCxnSpPr>
            <a:cxnSpLocks/>
          </p:cNvCxnSpPr>
          <p:nvPr/>
        </p:nvCxnSpPr>
        <p:spPr>
          <a:xfrm>
            <a:off x="7536000" y="4869082"/>
            <a:ext cx="1332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6B36C4C-C472-7D11-EAC4-BFB45449F75B}"/>
              </a:ext>
            </a:extLst>
          </p:cNvPr>
          <p:cNvCxnSpPr>
            <a:cxnSpLocks/>
          </p:cNvCxnSpPr>
          <p:nvPr/>
        </p:nvCxnSpPr>
        <p:spPr>
          <a:xfrm>
            <a:off x="9345600" y="3420000"/>
            <a:ext cx="2520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774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BDA4C-B66C-D4CD-5465-7292697C6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2368636-D421-0253-F80A-AF500EE081A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930"/>
            </a:avLst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rapezoid 19">
            <a:extLst>
              <a:ext uri="{FF2B5EF4-FFF2-40B4-BE49-F238E27FC236}">
                <a16:creationId xmlns:a16="http://schemas.microsoft.com/office/drawing/2014/main" id="{E8F815E4-9109-C66E-E60D-DBBAF1A66765}"/>
              </a:ext>
            </a:extLst>
          </p:cNvPr>
          <p:cNvSpPr/>
          <p:nvPr/>
        </p:nvSpPr>
        <p:spPr>
          <a:xfrm>
            <a:off x="10680000" y="1076400"/>
            <a:ext cx="1332000" cy="241200"/>
          </a:xfrm>
          <a:prstGeom prst="trapezoid">
            <a:avLst>
              <a:gd name="adj" fmla="val 48943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rapezoid 18">
            <a:extLst>
              <a:ext uri="{FF2B5EF4-FFF2-40B4-BE49-F238E27FC236}">
                <a16:creationId xmlns:a16="http://schemas.microsoft.com/office/drawing/2014/main" id="{BFE25AAE-1B2D-6DBF-20A7-167004F03ED3}"/>
              </a:ext>
            </a:extLst>
          </p:cNvPr>
          <p:cNvSpPr/>
          <p:nvPr/>
        </p:nvSpPr>
        <p:spPr>
          <a:xfrm>
            <a:off x="9174000" y="1074600"/>
            <a:ext cx="1332000" cy="241200"/>
          </a:xfrm>
          <a:prstGeom prst="trapezoid">
            <a:avLst>
              <a:gd name="adj" fmla="val 48338"/>
            </a:avLst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4828648-E43A-3BC9-D079-F761A7F3A58D}"/>
              </a:ext>
            </a:extLst>
          </p:cNvPr>
          <p:cNvSpPr/>
          <p:nvPr/>
        </p:nvSpPr>
        <p:spPr>
          <a:xfrm>
            <a:off x="180000" y="180000"/>
            <a:ext cx="4860000" cy="720000"/>
          </a:xfrm>
          <a:prstGeom prst="roundRect">
            <a:avLst>
              <a:gd name="adj" fmla="val 7309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BB30A89-A271-44E0-A0EE-008A3FD2A937}"/>
              </a:ext>
            </a:extLst>
          </p:cNvPr>
          <p:cNvSpPr/>
          <p:nvPr/>
        </p:nvSpPr>
        <p:spPr>
          <a:xfrm>
            <a:off x="5192400" y="180000"/>
            <a:ext cx="6819600" cy="720000"/>
          </a:xfrm>
          <a:prstGeom prst="roundRect">
            <a:avLst>
              <a:gd name="adj" fmla="val 5972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54AE37D-5E16-4116-40B6-67C0D5DDF22D}"/>
              </a:ext>
            </a:extLst>
          </p:cNvPr>
          <p:cNvSpPr/>
          <p:nvPr/>
        </p:nvSpPr>
        <p:spPr>
          <a:xfrm>
            <a:off x="180000" y="1080000"/>
            <a:ext cx="1260000" cy="1080000"/>
          </a:xfrm>
          <a:prstGeom prst="roundRect">
            <a:avLst>
              <a:gd name="adj" fmla="val 8646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2E916D3-CCC3-E792-7377-680538D6F7C4}"/>
              </a:ext>
            </a:extLst>
          </p:cNvPr>
          <p:cNvSpPr/>
          <p:nvPr/>
        </p:nvSpPr>
        <p:spPr>
          <a:xfrm>
            <a:off x="180000" y="2340000"/>
            <a:ext cx="1260000" cy="3240000"/>
          </a:xfrm>
          <a:prstGeom prst="roundRect">
            <a:avLst>
              <a:gd name="adj" fmla="val 8646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9FEE257-1260-CFB7-0F3D-32A229674757}"/>
              </a:ext>
            </a:extLst>
          </p:cNvPr>
          <p:cNvSpPr/>
          <p:nvPr/>
        </p:nvSpPr>
        <p:spPr>
          <a:xfrm>
            <a:off x="180000" y="5760000"/>
            <a:ext cx="1260000" cy="9000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6CF6DB9-0F23-E58C-F252-A135BFC48E7B}"/>
              </a:ext>
            </a:extLst>
          </p:cNvPr>
          <p:cNvSpPr/>
          <p:nvPr/>
        </p:nvSpPr>
        <p:spPr>
          <a:xfrm>
            <a:off x="1620000" y="1080000"/>
            <a:ext cx="2340000" cy="720000"/>
          </a:xfrm>
          <a:prstGeom prst="roundRect">
            <a:avLst>
              <a:gd name="adj" fmla="val 8646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CBDFBF3-5622-C763-E25F-077D275FD01D}"/>
              </a:ext>
            </a:extLst>
          </p:cNvPr>
          <p:cNvSpPr/>
          <p:nvPr/>
        </p:nvSpPr>
        <p:spPr>
          <a:xfrm>
            <a:off x="4140000" y="1080000"/>
            <a:ext cx="2340000" cy="720000"/>
          </a:xfrm>
          <a:prstGeom prst="roundRect">
            <a:avLst>
              <a:gd name="adj" fmla="val 8646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D78A290-3A28-E9F6-3746-E6EC5F4A93C3}"/>
              </a:ext>
            </a:extLst>
          </p:cNvPr>
          <p:cNvSpPr/>
          <p:nvPr/>
        </p:nvSpPr>
        <p:spPr>
          <a:xfrm>
            <a:off x="6660000" y="1080000"/>
            <a:ext cx="2340000" cy="720000"/>
          </a:xfrm>
          <a:prstGeom prst="roundRect">
            <a:avLst>
              <a:gd name="adj" fmla="val 8646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D09B1A1-0497-1E96-83D2-657E6B4CAF77}"/>
              </a:ext>
            </a:extLst>
          </p:cNvPr>
          <p:cNvSpPr/>
          <p:nvPr/>
        </p:nvSpPr>
        <p:spPr>
          <a:xfrm>
            <a:off x="1620000" y="1980000"/>
            <a:ext cx="3240000" cy="2340000"/>
          </a:xfrm>
          <a:prstGeom prst="roundRect">
            <a:avLst>
              <a:gd name="adj" fmla="val 2887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459059F-2F48-D9C9-9086-024385A05DA1}"/>
              </a:ext>
            </a:extLst>
          </p:cNvPr>
          <p:cNvSpPr/>
          <p:nvPr/>
        </p:nvSpPr>
        <p:spPr>
          <a:xfrm>
            <a:off x="5040000" y="1980000"/>
            <a:ext cx="2160000" cy="2340000"/>
          </a:xfrm>
          <a:prstGeom prst="roundRect">
            <a:avLst>
              <a:gd name="adj" fmla="val 2887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8A07161-EB68-713C-38D9-72DDD6929110}"/>
              </a:ext>
            </a:extLst>
          </p:cNvPr>
          <p:cNvSpPr/>
          <p:nvPr/>
        </p:nvSpPr>
        <p:spPr>
          <a:xfrm>
            <a:off x="7380000" y="1980000"/>
            <a:ext cx="1620000" cy="2340000"/>
          </a:xfrm>
          <a:prstGeom prst="roundRect">
            <a:avLst>
              <a:gd name="adj" fmla="val 2887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45D4034-A519-DCF1-B1B4-8FC5E15A3434}"/>
              </a:ext>
            </a:extLst>
          </p:cNvPr>
          <p:cNvSpPr/>
          <p:nvPr/>
        </p:nvSpPr>
        <p:spPr>
          <a:xfrm>
            <a:off x="7380000" y="4484690"/>
            <a:ext cx="1620000" cy="2178000"/>
          </a:xfrm>
          <a:prstGeom prst="roundRect">
            <a:avLst>
              <a:gd name="adj" fmla="val 2887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B238C32-07D6-8671-16B0-AF45BCE64B39}"/>
              </a:ext>
            </a:extLst>
          </p:cNvPr>
          <p:cNvSpPr/>
          <p:nvPr/>
        </p:nvSpPr>
        <p:spPr>
          <a:xfrm>
            <a:off x="1620000" y="4500000"/>
            <a:ext cx="5580000" cy="2178000"/>
          </a:xfrm>
          <a:prstGeom prst="roundRect">
            <a:avLst>
              <a:gd name="adj" fmla="val 2887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lowchart: Off-page Connector 16">
            <a:extLst>
              <a:ext uri="{FF2B5EF4-FFF2-40B4-BE49-F238E27FC236}">
                <a16:creationId xmlns:a16="http://schemas.microsoft.com/office/drawing/2014/main" id="{A0C6907E-4EAF-10DD-E3F3-99F736F385B9}"/>
              </a:ext>
            </a:extLst>
          </p:cNvPr>
          <p:cNvSpPr/>
          <p:nvPr/>
        </p:nvSpPr>
        <p:spPr>
          <a:xfrm>
            <a:off x="9300000" y="1076400"/>
            <a:ext cx="1080000" cy="1800000"/>
          </a:xfrm>
          <a:prstGeom prst="flowChartOffpageConnector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Flowchart: Off-page Connector 17">
            <a:extLst>
              <a:ext uri="{FF2B5EF4-FFF2-40B4-BE49-F238E27FC236}">
                <a16:creationId xmlns:a16="http://schemas.microsoft.com/office/drawing/2014/main" id="{ACAFECFE-AB8D-4D2E-197C-95DB07CA9A31}"/>
              </a:ext>
            </a:extLst>
          </p:cNvPr>
          <p:cNvSpPr/>
          <p:nvPr/>
        </p:nvSpPr>
        <p:spPr>
          <a:xfrm>
            <a:off x="10806000" y="1078200"/>
            <a:ext cx="1080000" cy="1800000"/>
          </a:xfrm>
          <a:prstGeom prst="flowChartOffpageConnector">
            <a:avLst/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9936D2B-7E2B-FDB9-7FA7-32B25F63590B}"/>
              </a:ext>
            </a:extLst>
          </p:cNvPr>
          <p:cNvSpPr/>
          <p:nvPr/>
        </p:nvSpPr>
        <p:spPr>
          <a:xfrm>
            <a:off x="9180000" y="3099335"/>
            <a:ext cx="2832000" cy="3560665"/>
          </a:xfrm>
          <a:prstGeom prst="roundRect">
            <a:avLst>
              <a:gd name="adj" fmla="val 2887"/>
            </a:avLst>
          </a:pr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Flowchart: Off-page Connector 21">
            <a:extLst>
              <a:ext uri="{FF2B5EF4-FFF2-40B4-BE49-F238E27FC236}">
                <a16:creationId xmlns:a16="http://schemas.microsoft.com/office/drawing/2014/main" id="{5E6A0E73-FF4A-2133-F277-731CACFE689D}"/>
              </a:ext>
            </a:extLst>
          </p:cNvPr>
          <p:cNvSpPr/>
          <p:nvPr/>
        </p:nvSpPr>
        <p:spPr>
          <a:xfrm>
            <a:off x="9471600" y="1273199"/>
            <a:ext cx="747600" cy="1452935"/>
          </a:xfrm>
          <a:prstGeom prst="flowChartOffpageConnector">
            <a:avLst/>
          </a:prstGeom>
          <a:noFill/>
          <a:ln w="190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Flowchart: Off-page Connector 22">
            <a:extLst>
              <a:ext uri="{FF2B5EF4-FFF2-40B4-BE49-F238E27FC236}">
                <a16:creationId xmlns:a16="http://schemas.microsoft.com/office/drawing/2014/main" id="{EEE62312-9612-0538-A625-2B8A7459EF05}"/>
              </a:ext>
            </a:extLst>
          </p:cNvPr>
          <p:cNvSpPr/>
          <p:nvPr/>
        </p:nvSpPr>
        <p:spPr>
          <a:xfrm>
            <a:off x="10953600" y="1273200"/>
            <a:ext cx="747600" cy="1452935"/>
          </a:xfrm>
          <a:prstGeom prst="flowChartOffpageConnector">
            <a:avLst/>
          </a:prstGeom>
          <a:noFill/>
          <a:ln w="190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6FDA5CD-22B3-5CA7-D59C-68D5E7B63311}"/>
              </a:ext>
            </a:extLst>
          </p:cNvPr>
          <p:cNvCxnSpPr>
            <a:cxnSpLocks/>
          </p:cNvCxnSpPr>
          <p:nvPr/>
        </p:nvCxnSpPr>
        <p:spPr>
          <a:xfrm>
            <a:off x="1789200" y="2340000"/>
            <a:ext cx="2844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D41861D-0ED7-B2B1-2B25-96896D16F8C4}"/>
              </a:ext>
            </a:extLst>
          </p:cNvPr>
          <p:cNvCxnSpPr>
            <a:cxnSpLocks/>
          </p:cNvCxnSpPr>
          <p:nvPr/>
        </p:nvCxnSpPr>
        <p:spPr>
          <a:xfrm>
            <a:off x="5238000" y="2349082"/>
            <a:ext cx="1800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58E1D39-20B9-9FD9-B8DC-18311816F32F}"/>
              </a:ext>
            </a:extLst>
          </p:cNvPr>
          <p:cNvCxnSpPr>
            <a:cxnSpLocks/>
          </p:cNvCxnSpPr>
          <p:nvPr/>
        </p:nvCxnSpPr>
        <p:spPr>
          <a:xfrm>
            <a:off x="7536000" y="2338914"/>
            <a:ext cx="1296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0A76640-23F6-635C-DEF1-77AF92B53BA6}"/>
              </a:ext>
            </a:extLst>
          </p:cNvPr>
          <p:cNvCxnSpPr>
            <a:cxnSpLocks/>
          </p:cNvCxnSpPr>
          <p:nvPr/>
        </p:nvCxnSpPr>
        <p:spPr>
          <a:xfrm>
            <a:off x="1789200" y="4860000"/>
            <a:ext cx="5184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A196628-7B4C-7E14-7750-3033B5134B02}"/>
              </a:ext>
            </a:extLst>
          </p:cNvPr>
          <p:cNvCxnSpPr>
            <a:cxnSpLocks/>
          </p:cNvCxnSpPr>
          <p:nvPr/>
        </p:nvCxnSpPr>
        <p:spPr>
          <a:xfrm>
            <a:off x="7536000" y="4869082"/>
            <a:ext cx="1332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E45A705-FE18-A388-0F95-89D45DEE958E}"/>
              </a:ext>
            </a:extLst>
          </p:cNvPr>
          <p:cNvCxnSpPr>
            <a:cxnSpLocks/>
          </p:cNvCxnSpPr>
          <p:nvPr/>
        </p:nvCxnSpPr>
        <p:spPr>
          <a:xfrm>
            <a:off x="9345600" y="3420000"/>
            <a:ext cx="252000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764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rgbClr val="595959"/>
      </a:dk1>
      <a:lt1>
        <a:sysClr val="window" lastClr="FFFFFF"/>
      </a:lt1>
      <a:dk2>
        <a:srgbClr val="373545"/>
      </a:dk2>
      <a:lt2>
        <a:srgbClr val="D8D8D8"/>
      </a:lt2>
      <a:accent1>
        <a:srgbClr val="9F6715"/>
      </a:accent1>
      <a:accent2>
        <a:srgbClr val="FFC000"/>
      </a:accent2>
      <a:accent3>
        <a:srgbClr val="00B050"/>
      </a:accent3>
      <a:accent4>
        <a:srgbClr val="0070C0"/>
      </a:accent4>
      <a:accent5>
        <a:srgbClr val="7030A0"/>
      </a:accent5>
      <a:accent6>
        <a:srgbClr val="002060"/>
      </a:accent6>
      <a:hlink>
        <a:srgbClr val="FF0000"/>
      </a:hlink>
      <a:folHlink>
        <a:srgbClr val="7030A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Prem Kumar Tiwary</dc:creator>
  <cp:lastModifiedBy>Prem Kumar Tiwary</cp:lastModifiedBy>
  <cp:revision>1</cp:revision>
  <dcterms:created xsi:type="dcterms:W3CDTF">2026-04-11T16:53:18Z</dcterms:created>
  <dcterms:modified xsi:type="dcterms:W3CDTF">2026-04-11T16:53:55Z</dcterms:modified>
</cp:coreProperties>
</file>